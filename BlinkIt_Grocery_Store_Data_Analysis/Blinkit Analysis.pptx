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49702E"/>
    <a:srgbClr val="FFD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13-07-2025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13-07-2025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13-07-2025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13-07-2025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13-07-2025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13-07-2025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13-07-2025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45" y="2114527"/>
            <a:ext cx="11139524" cy="398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Chart Type: Donut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Bar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Stacked Column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Line Chart.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308322"/>
            <a:ext cx="11353802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5.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Donut/ Pie Chart.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Funnel Map.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Items, Average Rating) 	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Matrix Card.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321</TotalTime>
  <Words>396</Words>
  <Application>Microsoft Office PowerPoint</Application>
  <PresentationFormat>Widescreen</PresentationFormat>
  <Paragraphs>38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sravanipagidala@outlook.com</cp:lastModifiedBy>
  <cp:revision>13</cp:revision>
  <dcterms:created xsi:type="dcterms:W3CDTF">2024-06-24T12:27:37Z</dcterms:created>
  <dcterms:modified xsi:type="dcterms:W3CDTF">2025-07-13T10:16:42Z</dcterms:modified>
</cp:coreProperties>
</file>